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0689727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50689727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0689727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0689727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cf4a3ae2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cf4a3ae2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06897273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0689727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06897273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06897273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06897273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06897273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06897273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06897273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06897273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06897273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06897273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06897273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06897273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06897273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Key Distribution Authority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To build a PKDA, and build clients that wish to confidentially send messages suitably encrypted with public key of receiver, but only after they know the other client’s public key in a secure manner using PKDA.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675" y="1707325"/>
            <a:ext cx="7288424" cy="3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SPECIFICATION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Language Used : Python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Assumptions 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1. PKDA has public keys of Client A and Client B.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2. Clients A and B have their private keys and public key of PKDA.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2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2354225" y="1208650"/>
            <a:ext cx="40932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Generation by PKDA (Based on assumption)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38125" y="729825"/>
            <a:ext cx="1838100" cy="35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A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3568050" y="724275"/>
            <a:ext cx="20079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PKDA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7645800" y="693375"/>
            <a:ext cx="1498200" cy="35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B</a:t>
            </a:r>
            <a:endParaRPr/>
          </a:p>
        </p:txBody>
      </p:sp>
      <p:cxnSp>
        <p:nvCxnSpPr>
          <p:cNvPr id="77" name="Google Shape;77;p16"/>
          <p:cNvCxnSpPr>
            <a:stCxn id="73" idx="2"/>
          </p:cNvCxnSpPr>
          <p:nvPr/>
        </p:nvCxnSpPr>
        <p:spPr>
          <a:xfrm>
            <a:off x="4400825" y="1641250"/>
            <a:ext cx="23100" cy="353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6"/>
          <p:cNvCxnSpPr/>
          <p:nvPr/>
        </p:nvCxnSpPr>
        <p:spPr>
          <a:xfrm>
            <a:off x="639725" y="1208650"/>
            <a:ext cx="15600" cy="387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6"/>
          <p:cNvCxnSpPr/>
          <p:nvPr/>
        </p:nvCxnSpPr>
        <p:spPr>
          <a:xfrm>
            <a:off x="8007425" y="1224100"/>
            <a:ext cx="77400" cy="38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/>
          <p:nvPr/>
        </p:nvCxnSpPr>
        <p:spPr>
          <a:xfrm flipH="1" rot="10800000">
            <a:off x="689975" y="2175688"/>
            <a:ext cx="367620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/>
          <p:nvPr/>
        </p:nvCxnSpPr>
        <p:spPr>
          <a:xfrm flipH="1">
            <a:off x="686125" y="2490650"/>
            <a:ext cx="372240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/>
          <p:nvPr/>
        </p:nvCxnSpPr>
        <p:spPr>
          <a:xfrm flipH="1" rot="10800000">
            <a:off x="639725" y="3066700"/>
            <a:ext cx="7290600" cy="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6"/>
          <p:cNvCxnSpPr/>
          <p:nvPr/>
        </p:nvCxnSpPr>
        <p:spPr>
          <a:xfrm>
            <a:off x="4454825" y="3788125"/>
            <a:ext cx="352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6"/>
          <p:cNvCxnSpPr/>
          <p:nvPr/>
        </p:nvCxnSpPr>
        <p:spPr>
          <a:xfrm flipH="1">
            <a:off x="724775" y="3982563"/>
            <a:ext cx="721320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6"/>
          <p:cNvCxnSpPr/>
          <p:nvPr/>
        </p:nvCxnSpPr>
        <p:spPr>
          <a:xfrm flipH="1" rot="10800000">
            <a:off x="670625" y="4325475"/>
            <a:ext cx="7321500" cy="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6"/>
          <p:cNvSpPr txBox="1"/>
          <p:nvPr/>
        </p:nvSpPr>
        <p:spPr>
          <a:xfrm>
            <a:off x="840575" y="1876450"/>
            <a:ext cx="35217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for PU(B) [Encoded in base64]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1022075" y="2211313"/>
            <a:ext cx="3012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PU(B) encrypted with PR(PKDA)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1002625" y="2741013"/>
            <a:ext cx="590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Nonce and ID(A) encrypted with PU(B) 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4485725" y="3052813"/>
            <a:ext cx="3459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for PU(A) [Encoded in base64]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4771625" y="3462113"/>
            <a:ext cx="3158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PU(A) encrypted with PR(PKDA)</a:t>
            </a:r>
            <a:endParaRPr/>
          </a:p>
        </p:txBody>
      </p:sp>
      <p:cxnSp>
        <p:nvCxnSpPr>
          <p:cNvPr id="91" name="Google Shape;91;p16"/>
          <p:cNvCxnSpPr/>
          <p:nvPr/>
        </p:nvCxnSpPr>
        <p:spPr>
          <a:xfrm flipH="1">
            <a:off x="4572000" y="3451713"/>
            <a:ext cx="34290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6"/>
          <p:cNvSpPr txBox="1"/>
          <p:nvPr/>
        </p:nvSpPr>
        <p:spPr>
          <a:xfrm>
            <a:off x="1435025" y="3714588"/>
            <a:ext cx="2934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Nonces encrypted with PU(A)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568050" y="4044388"/>
            <a:ext cx="3722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Nonce response encrypted with PU(B)</a:t>
            </a:r>
            <a:endParaRPr/>
          </a:p>
        </p:txBody>
      </p:sp>
      <p:cxnSp>
        <p:nvCxnSpPr>
          <p:cNvPr id="94" name="Google Shape;94;p16"/>
          <p:cNvCxnSpPr/>
          <p:nvPr/>
        </p:nvCxnSpPr>
        <p:spPr>
          <a:xfrm>
            <a:off x="670600" y="4900225"/>
            <a:ext cx="73677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6"/>
          <p:cNvCxnSpPr/>
          <p:nvPr/>
        </p:nvCxnSpPr>
        <p:spPr>
          <a:xfrm rot="10800000">
            <a:off x="732425" y="4900075"/>
            <a:ext cx="73368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 txBox="1"/>
          <p:nvPr/>
        </p:nvSpPr>
        <p:spPr>
          <a:xfrm>
            <a:off x="2076225" y="4518875"/>
            <a:ext cx="5313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Conversation between A and B using PU(B) and PU(A)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BETWEEN CLIENT A &amp; PKDA</a:t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b="24381" l="2884" r="0" t="9685"/>
          <a:stretch/>
        </p:blipFill>
        <p:spPr>
          <a:xfrm>
            <a:off x="365850" y="1104750"/>
            <a:ext cx="8466449" cy="38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16443" l="3446" r="0" t="9983"/>
          <a:stretch/>
        </p:blipFill>
        <p:spPr>
          <a:xfrm>
            <a:off x="130000" y="158325"/>
            <a:ext cx="9014002" cy="486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BETWEEN CLIENT B &amp; PKDA </a:t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3367" r="8488" t="68376"/>
          <a:stretch/>
        </p:blipFill>
        <p:spPr>
          <a:xfrm>
            <a:off x="430425" y="1170125"/>
            <a:ext cx="8242576" cy="37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26457" l="2969" r="0" t="9698"/>
          <a:stretch/>
        </p:blipFill>
        <p:spPr>
          <a:xfrm>
            <a:off x="130000" y="158325"/>
            <a:ext cx="8881426" cy="486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BETWEEN CLIENT A &amp; B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3987" l="3203" r="0" t="28776"/>
          <a:stretch/>
        </p:blipFill>
        <p:spPr>
          <a:xfrm>
            <a:off x="152400" y="1170125"/>
            <a:ext cx="8635299" cy="38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3986" l="3362" r="0" t="44446"/>
          <a:stretch/>
        </p:blipFill>
        <p:spPr>
          <a:xfrm>
            <a:off x="152400" y="152400"/>
            <a:ext cx="8735749" cy="47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001800" y="2123675"/>
            <a:ext cx="40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